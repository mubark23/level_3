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  <p:sldMasterId id="2147483762" r:id="rId2"/>
  </p:sldMasterIdLst>
  <p:notesMasterIdLst>
    <p:notesMasterId r:id="rId12"/>
  </p:notesMasterIdLst>
  <p:sldIdLst>
    <p:sldId id="256" r:id="rId3"/>
    <p:sldId id="279" r:id="rId4"/>
    <p:sldId id="259" r:id="rId5"/>
    <p:sldId id="274" r:id="rId6"/>
    <p:sldId id="275" r:id="rId7"/>
    <p:sldId id="276" r:id="rId8"/>
    <p:sldId id="261" r:id="rId9"/>
    <p:sldId id="284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59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29BB3A-A2C8-4510-B8BB-1E230013D946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E30AC-6709-4CF1-B622-2C4E9D265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014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4E30AC-6709-4CF1-B622-2C4E9D26542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073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4E30AC-6709-4CF1-B622-2C4E9D26542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749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4E30AC-6709-4CF1-B622-2C4E9D26542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824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4E30AC-6709-4CF1-B622-2C4E9D26542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0172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4E30AC-6709-4CF1-B622-2C4E9D26542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618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44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92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155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692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462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11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113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307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857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03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0744FE5C-FB85-4083-8BFD-7DB29A71D8A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64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2368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5874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705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939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587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4811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128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0617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143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5156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775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9035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737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1265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9158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4FE5C-FB85-4083-8BFD-7DB29A71D8A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077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44FE5C-FB85-4083-8BFD-7DB29A71D8A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467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744FE5C-FB85-4083-8BFD-7DB29A71D8A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385CE44-99ED-4EDA-BCC5-887B28601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6853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0024" y="1964267"/>
            <a:ext cx="7610101" cy="2421464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/>
              <a:t>Open Source OS (Linux)</a:t>
            </a:r>
            <a:r>
              <a:rPr lang="en-US" sz="4400" b="1" dirty="0" smtClean="0"/>
              <a:t/>
            </a:r>
            <a:br>
              <a:rPr lang="en-US" sz="4400" b="1" dirty="0" smtClean="0"/>
            </a:br>
            <a:r>
              <a:rPr lang="ar-SA" sz="4400" b="1" dirty="0" smtClean="0"/>
              <a:t>برمجة مفتوحة المصدر </a:t>
            </a:r>
            <a:r>
              <a:rPr lang="en-US" sz="3600" b="1" dirty="0" smtClean="0"/>
              <a:t/>
            </a:r>
            <a:br>
              <a:rPr lang="en-US" sz="3600" b="1" dirty="0" smtClean="0"/>
            </a:b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Lecture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64224" y="4385732"/>
            <a:ext cx="8848164" cy="1625103"/>
          </a:xfrm>
        </p:spPr>
        <p:txBody>
          <a:bodyPr>
            <a:noAutofit/>
          </a:bodyPr>
          <a:lstStyle/>
          <a:p>
            <a:pPr algn="ctr"/>
            <a:r>
              <a:rPr lang="en-US" sz="1600" dirty="0">
                <a:cs typeface="+mj-cs"/>
              </a:rPr>
              <a:t>By Scholar PhD. Edris Hussain Mohammed </a:t>
            </a:r>
            <a:r>
              <a:rPr lang="en-US" sz="1600" dirty="0" smtClean="0">
                <a:cs typeface="+mj-cs"/>
              </a:rPr>
              <a:t>|</a:t>
            </a:r>
            <a:r>
              <a:rPr lang="en-US" sz="1600" dirty="0" err="1" smtClean="0">
                <a:cs typeface="+mj-cs"/>
              </a:rPr>
              <a:t>karary</a:t>
            </a:r>
            <a:r>
              <a:rPr lang="en-US" sz="1600" dirty="0" smtClean="0">
                <a:cs typeface="+mj-cs"/>
              </a:rPr>
              <a:t> university</a:t>
            </a:r>
            <a:endParaRPr lang="en-US" sz="1600" dirty="0">
              <a:cs typeface="+mj-cs"/>
            </a:endParaRPr>
          </a:p>
          <a:p>
            <a:pPr algn="ctr"/>
            <a:r>
              <a:rPr lang="en-US" sz="1600" dirty="0">
                <a:cs typeface="+mj-cs"/>
              </a:rPr>
              <a:t>Department of Information </a:t>
            </a:r>
            <a:r>
              <a:rPr lang="en-US" sz="1600" dirty="0" smtClean="0">
                <a:cs typeface="+mj-cs"/>
              </a:rPr>
              <a:t>systems</a:t>
            </a:r>
            <a:endParaRPr lang="en-US" sz="1600" dirty="0">
              <a:cs typeface="+mj-cs"/>
            </a:endParaRPr>
          </a:p>
          <a:p>
            <a:pPr algn="ctr"/>
            <a:r>
              <a:rPr lang="en-US" sz="1600" dirty="0">
                <a:cs typeface="+mj-cs"/>
              </a:rPr>
              <a:t>Edruis.hessan@gmail.com</a:t>
            </a:r>
          </a:p>
          <a:p>
            <a:pPr algn="ctr"/>
            <a:r>
              <a:rPr lang="ar-SA" sz="1600" dirty="0" smtClean="0">
                <a:cs typeface="+mj-cs"/>
              </a:rPr>
              <a:t>202</a:t>
            </a:r>
            <a:r>
              <a:rPr lang="en-US" sz="1600" dirty="0">
                <a:cs typeface="+mj-cs"/>
              </a:rPr>
              <a:t>5</a:t>
            </a:r>
          </a:p>
          <a:p>
            <a:pPr algn="ctr"/>
            <a:endParaRPr lang="en-US" sz="1600" dirty="0">
              <a:cs typeface="+mj-cs"/>
            </a:endParaRPr>
          </a:p>
          <a:p>
            <a:pPr algn="ctr"/>
            <a:endParaRPr lang="en-US" sz="16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76484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</a:t>
            </a:r>
            <a:r>
              <a:rPr lang="en-US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Topics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Inter-Process Communication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Management Overview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Packages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File Name Format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dpkg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Command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 with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dpkg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Installing Packages using apt command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endParaRPr lang="en-US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432612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Un-Installing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Packages using apt </a:t>
            </a:r>
          </a:p>
          <a:p>
            <a:pPr>
              <a:lnSpc>
                <a:spcPct val="10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Repository 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2153" y="10115"/>
            <a:ext cx="1494304" cy="181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866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Inter-Process Communication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42410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7.2 Pipes: it is a mechanism in which Producer process writes data to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pipe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after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process reads data from the pipe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first-in-first-out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Piping Examples</a:t>
            </a:r>
          </a:p>
          <a:p>
            <a:pPr marL="457200" lvl="1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 –l | more</a:t>
            </a:r>
          </a:p>
          <a:p>
            <a:pPr marL="457200" lvl="1" indent="0" algn="just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–e |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7.3 Sockets: Allows pairs of processes on the same system or different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to exchange data by establishing direct bidirectional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channels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Socket Types:</a:t>
            </a:r>
          </a:p>
          <a:p>
            <a:pPr marL="457200" lvl="1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Stream sockets: Implement the traditional client/server model </a:t>
            </a:r>
          </a:p>
          <a:p>
            <a:pPr marL="457200" lvl="1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they use TCP for reliable communication</a:t>
            </a:r>
          </a:p>
          <a:p>
            <a:pPr marL="457200" lvl="1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Datagram sockets: Faster, but less reliable communication and use </a:t>
            </a:r>
          </a:p>
          <a:p>
            <a:pPr marL="457200" lvl="1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UDP packets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446" y="4365228"/>
            <a:ext cx="3102629" cy="120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253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Management Overview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4241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ar-S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way to distribute software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</a:t>
            </a:r>
          </a:p>
          <a:p>
            <a:pPr marL="0" indent="0" algn="just">
              <a:buNone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1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.tar.gz 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tgz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(Slackware)</a:t>
            </a:r>
          </a:p>
          <a:p>
            <a:pPr marL="457200" lvl="1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.rpm (Red Hat, Fedora, SUSE, …)</a:t>
            </a:r>
          </a:p>
          <a:p>
            <a:pPr marL="457200" lvl="1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.deb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Ubuntu)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Meta-package manager</a:t>
            </a:r>
          </a:p>
          <a:p>
            <a:pPr marL="457200" lvl="1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Locate packages on the Internet, download, install and analyze </a:t>
            </a:r>
          </a:p>
          <a:p>
            <a:pPr marL="457200" lvl="1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inter-package dependencies.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1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yum (rpm)</a:t>
            </a:r>
          </a:p>
          <a:p>
            <a:pPr marL="457200" lvl="1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apt-get (deb and rpm)</a:t>
            </a:r>
            <a:endParaRPr lang="en-US" dirty="0" smtClean="0">
              <a:latin typeface="Segoe UI Symbol" panose="020B0502040204020203" pitchFamily="34" charset="0"/>
              <a:ea typeface="Segoe UI Symbol" panose="020B050204020402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97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Packages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4241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source code: Need to download the software and compile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to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the binaries/libraries 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Install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pre-prepared Package: The software may be pre-prepared in 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package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 ready for installation and it is Only applicable to official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releases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Packages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 on the used Linux distribution </a:t>
            </a:r>
          </a:p>
          <a:p>
            <a:pPr algn="just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Debian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distributions (like Ubuntu) they come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.deb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Hat based distributions (like Fedora) they come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.rpm </a:t>
            </a:r>
          </a:p>
          <a:p>
            <a:pPr algn="just"/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Package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archive of files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contains, The binary files to be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installed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(previously built) , configuration files, Meta data about the package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including a list of dependencies) , and installation scripts 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Packages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available, </a:t>
            </a:r>
          </a:p>
          <a:p>
            <a:pPr lvl="2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Individually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internal sites (a package file with extension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.deb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.rpm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Among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group within common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(collection of packages) 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package format is dependent on the Linux distribution (we will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Ubuntu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distributions)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074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File Name Format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42410"/>
          </a:xfrm>
        </p:spPr>
        <p:txBody>
          <a:bodyPr>
            <a:noAutofit/>
          </a:bodyPr>
          <a:lstStyle/>
          <a:p>
            <a:pPr algn="just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name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normally contains words separated by hyphens</a:t>
            </a:r>
          </a:p>
          <a:p>
            <a:pPr algn="just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version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normally composed of 3 numbers separated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dots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 the format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major.minor.patch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is normally to state what kind of processor this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package is targeting</a:t>
            </a:r>
          </a:p>
          <a:p>
            <a:pPr algn="just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are:</a:t>
            </a:r>
          </a:p>
          <a:p>
            <a:pPr marL="457200" lvl="1" indent="0" algn="just">
              <a:buNone/>
            </a:pPr>
            <a:r>
              <a:rPr lang="en-US" sz="1400" dirty="0"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gedit-common_3.10.4-0ubuntu4_i386.deb</a:t>
            </a:r>
          </a:p>
          <a:p>
            <a:pPr marL="457200" lvl="1" indent="0" algn="just">
              <a:buNone/>
            </a:pPr>
            <a:r>
              <a:rPr lang="en-US" sz="1400" dirty="0"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gnome-user-guide_3.8.2-1_all.deb</a:t>
            </a:r>
          </a:p>
          <a:p>
            <a:pPr marL="457200" lvl="1" indent="0" algn="just">
              <a:buNone/>
            </a:pPr>
            <a:r>
              <a:rPr lang="en-US" sz="1400" dirty="0"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Libfile-copy-recursive-perl_0.38-1_all.deb</a:t>
            </a:r>
          </a:p>
          <a:p>
            <a:pPr marL="457200" lvl="1" indent="0" algn="just">
              <a:buNone/>
            </a:pPr>
            <a:r>
              <a:rPr lang="en-US" sz="1400" dirty="0"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2048-qt_0.1.6-1_amd64.deb</a:t>
            </a:r>
            <a:endParaRPr lang="en-US" sz="1400" dirty="0" smtClean="0"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748" y="3789735"/>
            <a:ext cx="5705475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471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dpkg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install .deb file, we use the tool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dpkg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can be used as below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dpkg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&lt;package file&gt;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remove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packge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use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dpkg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 &lt;package name&gt;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If we have a package named “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list all installed packages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dpkg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show all files inside a package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dpkg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-L &lt;package name&gt;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determine if a package is installed or not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dpkg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--status &lt;package name&gt;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find out which package installed a certain file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dpkg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--search &lt;file name&gt;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fix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dpkg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problems run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dpkg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--configure –a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53532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409" y="1191904"/>
            <a:ext cx="7732619" cy="54568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206260" y="285981"/>
            <a:ext cx="46989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using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dpkg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</a:t>
            </a:r>
          </a:p>
        </p:txBody>
      </p:sp>
    </p:spTree>
    <p:extLst>
      <p:ext uri="{BB962C8B-B14F-4D97-AF65-F5344CB8AC3E}">
        <p14:creationId xmlns:p14="http://schemas.microsoft.com/office/powerpoint/2010/main" val="468113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298730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>
                <a:latin typeface="Ink Free" panose="03080402000500000000" pitchFamily="66" charset="0"/>
              </a:rPr>
              <a:t>The end </a:t>
            </a:r>
          </a:p>
        </p:txBody>
      </p:sp>
    </p:spTree>
    <p:extLst>
      <p:ext uri="{BB962C8B-B14F-4D97-AF65-F5344CB8AC3E}">
        <p14:creationId xmlns:p14="http://schemas.microsoft.com/office/powerpoint/2010/main" val="1587440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461</TotalTime>
  <Words>494</Words>
  <Application>Microsoft Office PowerPoint</Application>
  <PresentationFormat>Widescreen</PresentationFormat>
  <Paragraphs>83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SimHei</vt:lpstr>
      <vt:lpstr>Arial</vt:lpstr>
      <vt:lpstr>Calibri</vt:lpstr>
      <vt:lpstr>Calibri Light</vt:lpstr>
      <vt:lpstr>Ink Free</vt:lpstr>
      <vt:lpstr>Segoe UI Symbol</vt:lpstr>
      <vt:lpstr>Times New Roman</vt:lpstr>
      <vt:lpstr>Wingdings</vt:lpstr>
      <vt:lpstr>Office Theme</vt:lpstr>
      <vt:lpstr>Celestial</vt:lpstr>
      <vt:lpstr>Open Source OS (Linux) برمجة مفتوحة المصدر  Lecture 6</vt:lpstr>
      <vt:lpstr>Lecture 6 Topics:</vt:lpstr>
      <vt:lpstr>Inter-Process Communication</vt:lpstr>
      <vt:lpstr>Package Management Overview</vt:lpstr>
      <vt:lpstr>Software Packages</vt:lpstr>
      <vt:lpstr>Package File Name Format </vt:lpstr>
      <vt:lpstr>dpkg Command</vt:lpstr>
      <vt:lpstr>PowerPoint Presentation</vt:lpstr>
      <vt:lpstr>The end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Technologies j</dc:title>
  <dc:creator>Hore</dc:creator>
  <cp:lastModifiedBy>Hore</cp:lastModifiedBy>
  <cp:revision>301</cp:revision>
  <dcterms:created xsi:type="dcterms:W3CDTF">2024-10-12T19:42:18Z</dcterms:created>
  <dcterms:modified xsi:type="dcterms:W3CDTF">2026-01-20T11:41:25Z</dcterms:modified>
</cp:coreProperties>
</file>